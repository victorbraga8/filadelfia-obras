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8" r:id="rId6"/>
    <p:sldId id="266" r:id="rId7"/>
    <p:sldId id="261" r:id="rId8"/>
    <p:sldId id="267" r:id="rId9"/>
    <p:sldId id="270" r:id="rId10"/>
    <p:sldId id="271" r:id="rId11"/>
    <p:sldId id="26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gIdAhOuO0ze03DK+r18f8ZWvSh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102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6519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43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0802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1A68C527-98E9-6E5F-DB15-37952BC2C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>
            <a:extLst>
              <a:ext uri="{FF2B5EF4-FFF2-40B4-BE49-F238E27FC236}">
                <a16:creationId xmlns:a16="http://schemas.microsoft.com/office/drawing/2014/main" id="{7DCE5F8F-6C1D-C3F4-437B-5C43A55372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7:notes">
            <a:extLst>
              <a:ext uri="{FF2B5EF4-FFF2-40B4-BE49-F238E27FC236}">
                <a16:creationId xmlns:a16="http://schemas.microsoft.com/office/drawing/2014/main" id="{9ACA7296-190B-734D-5D61-FBDDA0ED25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:notes">
            <a:extLst>
              <a:ext uri="{FF2B5EF4-FFF2-40B4-BE49-F238E27FC236}">
                <a16:creationId xmlns:a16="http://schemas.microsoft.com/office/drawing/2014/main" id="{7D01DE12-6E48-4CDA-595D-591E77B69A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7172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E2935CF9-4D42-884D-AFBA-76D12B8C0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>
            <a:extLst>
              <a:ext uri="{FF2B5EF4-FFF2-40B4-BE49-F238E27FC236}">
                <a16:creationId xmlns:a16="http://schemas.microsoft.com/office/drawing/2014/main" id="{DE5553B7-E1CA-3898-2526-41E7DD7C95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7:notes">
            <a:extLst>
              <a:ext uri="{FF2B5EF4-FFF2-40B4-BE49-F238E27FC236}">
                <a16:creationId xmlns:a16="http://schemas.microsoft.com/office/drawing/2014/main" id="{5937121A-DF98-2FF0-E438-7D860A6B0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:notes">
            <a:extLst>
              <a:ext uri="{FF2B5EF4-FFF2-40B4-BE49-F238E27FC236}">
                <a16:creationId xmlns:a16="http://schemas.microsoft.com/office/drawing/2014/main" id="{A859B844-1907-DB5A-EB02-3182DEAE74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07527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">
  <p:cSld name="Títul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0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0"/>
          <p:cNvSpPr/>
          <p:nvPr/>
        </p:nvSpPr>
        <p:spPr>
          <a:xfrm>
            <a:off x="5441003" y="640080"/>
            <a:ext cx="6111585" cy="55778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0"/>
          <p:cNvSpPr txBox="1">
            <a:spLocks noGrp="1"/>
          </p:cNvSpPr>
          <p:nvPr>
            <p:ph type="title"/>
          </p:nvPr>
        </p:nvSpPr>
        <p:spPr>
          <a:xfrm>
            <a:off x="5937594" y="1328058"/>
            <a:ext cx="5096630" cy="337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>
            <a:spLocks noGrp="1"/>
          </p:cNvSpPr>
          <p:nvPr>
            <p:ph type="pic" idx="2"/>
          </p:nvPr>
        </p:nvSpPr>
        <p:spPr>
          <a:xfrm>
            <a:off x="639763" y="635000"/>
            <a:ext cx="4800600" cy="5578475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5948480" y="4668045"/>
            <a:ext cx="509663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2400"/>
              <a:buFont typeface="Arial"/>
              <a:buNone/>
              <a:defRPr sz="2400" b="0" cap="none"/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>
  <p:cSld name="Agenda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"/>
          <p:cNvSpPr/>
          <p:nvPr/>
        </p:nvSpPr>
        <p:spPr>
          <a:xfrm>
            <a:off x="4063656" y="0"/>
            <a:ext cx="8128343" cy="98630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1"/>
          <p:cNvSpPr>
            <a:spLocks noGrp="1"/>
          </p:cNvSpPr>
          <p:nvPr>
            <p:ph type="pic" idx="2"/>
          </p:nvPr>
        </p:nvSpPr>
        <p:spPr>
          <a:xfrm>
            <a:off x="3090671" y="0"/>
            <a:ext cx="3000249" cy="3382963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11"/>
          <p:cNvSpPr txBox="1">
            <a:spLocks noGrp="1"/>
          </p:cNvSpPr>
          <p:nvPr>
            <p:ph type="title"/>
          </p:nvPr>
        </p:nvSpPr>
        <p:spPr>
          <a:xfrm>
            <a:off x="4063656" y="279792"/>
            <a:ext cx="7777824" cy="986304"/>
          </a:xfrm>
          <a:prstGeom prst="rect">
            <a:avLst/>
          </a:prstGeom>
          <a:solidFill>
            <a:srgbClr val="7EA9CA"/>
          </a:solidFill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>
            <a:spLocks noGrp="1"/>
          </p:cNvSpPr>
          <p:nvPr>
            <p:ph type="pic" idx="3"/>
          </p:nvPr>
        </p:nvSpPr>
        <p:spPr>
          <a:xfrm>
            <a:off x="0" y="0"/>
            <a:ext cx="2997708" cy="3382963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11"/>
          <p:cNvSpPr>
            <a:spLocks noGrp="1"/>
          </p:cNvSpPr>
          <p:nvPr>
            <p:ph type="pic" idx="4"/>
          </p:nvPr>
        </p:nvSpPr>
        <p:spPr>
          <a:xfrm>
            <a:off x="0" y="3475038"/>
            <a:ext cx="6096000" cy="3382962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11"/>
          <p:cNvSpPr txBox="1">
            <a:spLocks noGrp="1"/>
          </p:cNvSpPr>
          <p:nvPr>
            <p:ph type="body" idx="1"/>
          </p:nvPr>
        </p:nvSpPr>
        <p:spPr>
          <a:xfrm>
            <a:off x="6735147" y="1639615"/>
            <a:ext cx="4817441" cy="453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Arial"/>
              <a:buChar char="•"/>
              <a:defRPr/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ntrodução">
  <p:cSld name="Introduçã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/>
          <p:nvPr/>
        </p:nvSpPr>
        <p:spPr>
          <a:xfrm>
            <a:off x="0" y="914400"/>
            <a:ext cx="12192000" cy="502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2"/>
          <p:cNvSpPr/>
          <p:nvPr/>
        </p:nvSpPr>
        <p:spPr>
          <a:xfrm>
            <a:off x="5951621" y="1568357"/>
            <a:ext cx="6240379" cy="3721286"/>
          </a:xfrm>
          <a:prstGeom prst="rect">
            <a:avLst/>
          </a:prstGeom>
          <a:solidFill>
            <a:srgbClr val="7EA9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6481808" y="1758950"/>
            <a:ext cx="5137112" cy="6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>
            <a:spLocks noGrp="1"/>
          </p:cNvSpPr>
          <p:nvPr>
            <p:ph type="pic" idx="2"/>
          </p:nvPr>
        </p:nvSpPr>
        <p:spPr>
          <a:xfrm>
            <a:off x="639763" y="642938"/>
            <a:ext cx="4814887" cy="266700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12"/>
          <p:cNvSpPr>
            <a:spLocks noGrp="1"/>
          </p:cNvSpPr>
          <p:nvPr>
            <p:ph type="pic" idx="3"/>
          </p:nvPr>
        </p:nvSpPr>
        <p:spPr>
          <a:xfrm>
            <a:off x="639412" y="3631470"/>
            <a:ext cx="4814887" cy="2562738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2"/>
          <p:cNvSpPr txBox="1">
            <a:spLocks noGrp="1"/>
          </p:cNvSpPr>
          <p:nvPr>
            <p:ph type="body" idx="1"/>
          </p:nvPr>
        </p:nvSpPr>
        <p:spPr>
          <a:xfrm>
            <a:off x="6482241" y="2365374"/>
            <a:ext cx="5136671" cy="26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Arial"/>
              <a:buNone/>
              <a:defRPr/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luna do Conteúdo 2">
  <p:cSld name="Coluna do Conteúdo 2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/>
          <p:nvPr/>
        </p:nvSpPr>
        <p:spPr>
          <a:xfrm>
            <a:off x="0" y="914399"/>
            <a:ext cx="12192000" cy="530542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3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/>
          </p:nvPr>
        </p:nvSpPr>
        <p:spPr>
          <a:xfrm>
            <a:off x="539711" y="222436"/>
            <a:ext cx="5058209" cy="6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body" idx="1"/>
          </p:nvPr>
        </p:nvSpPr>
        <p:spPr>
          <a:xfrm>
            <a:off x="1010884" y="1481580"/>
            <a:ext cx="4727735" cy="46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2000"/>
              <a:buFont typeface="Arial"/>
              <a:buNone/>
              <a:defRPr sz="2000" b="1">
                <a:solidFill>
                  <a:srgbClr val="8D4120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2"/>
          </p:nvPr>
        </p:nvSpPr>
        <p:spPr>
          <a:xfrm>
            <a:off x="1010884" y="2069955"/>
            <a:ext cx="4727735" cy="387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Arial"/>
              <a:buChar char="•"/>
              <a:defRPr sz="1500" b="1"/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body" idx="3"/>
          </p:nvPr>
        </p:nvSpPr>
        <p:spPr>
          <a:xfrm>
            <a:off x="6457949" y="1481579"/>
            <a:ext cx="4727735" cy="46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2000"/>
              <a:buFont typeface="Arial"/>
              <a:buNone/>
              <a:defRPr sz="2000" b="1">
                <a:solidFill>
                  <a:srgbClr val="8D4120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4"/>
          </p:nvPr>
        </p:nvSpPr>
        <p:spPr>
          <a:xfrm>
            <a:off x="6457949" y="2069955"/>
            <a:ext cx="4727735" cy="387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Arial"/>
              <a:buChar char="•"/>
              <a:defRPr sz="1500" b="1"/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quipe">
  <p:cSld name="Equip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-1905" y="1633493"/>
            <a:ext cx="12192000" cy="522450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-4370" y="1641780"/>
            <a:ext cx="12192000" cy="522450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98236" y="1887311"/>
            <a:ext cx="11395528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Arial"/>
              <a:buNone/>
              <a:defRPr/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ebra de seção">
  <p:cSld name="Quebra de seção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>
            <a:spLocks noGrp="1"/>
          </p:cNvSpPr>
          <p:nvPr>
            <p:ph type="pic" idx="2"/>
          </p:nvPr>
        </p:nvSpPr>
        <p:spPr>
          <a:xfrm>
            <a:off x="6094413" y="0"/>
            <a:ext cx="6094412" cy="68548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5"/>
          <p:cNvSpPr/>
          <p:nvPr/>
        </p:nvSpPr>
        <p:spPr>
          <a:xfrm>
            <a:off x="0" y="914400"/>
            <a:ext cx="6094477" cy="502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761774" y="2814975"/>
            <a:ext cx="6769706" cy="191097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09725" tIns="109725" rIns="1097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762000" y="4657726"/>
            <a:ext cx="6769100" cy="73183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Arial"/>
              <a:buNone/>
              <a:defRPr sz="15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ial"/>
              <a:buNone/>
              <a:defRPr sz="15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ial"/>
              <a:buNone/>
              <a:defRPr sz="15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ial"/>
              <a:buNone/>
              <a:defRPr sz="15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ial"/>
              <a:buNone/>
              <a:defRPr sz="15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áfico">
  <p:cSld name="Gráfico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937987" y="1735958"/>
            <a:ext cx="10318036" cy="4276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Arial"/>
              <a:buNone/>
              <a:defRPr/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ela">
  <p:cSld name="Tabela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1285875" y="2066925"/>
            <a:ext cx="9610725" cy="363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Arial"/>
              <a:buNone/>
              <a:defRPr/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itação">
  <p:cSld name="Citação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/>
          <p:nvPr/>
        </p:nvSpPr>
        <p:spPr>
          <a:xfrm>
            <a:off x="0" y="914400"/>
            <a:ext cx="12192000" cy="502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8"/>
          <p:cNvSpPr/>
          <p:nvPr/>
        </p:nvSpPr>
        <p:spPr>
          <a:xfrm>
            <a:off x="5951621" y="1803214"/>
            <a:ext cx="6240379" cy="3252880"/>
          </a:xfrm>
          <a:prstGeom prst="rect">
            <a:avLst/>
          </a:prstGeom>
          <a:solidFill>
            <a:srgbClr val="7EA9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6491332" y="2025650"/>
            <a:ext cx="5058209" cy="2355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>
            <a:spLocks noGrp="1"/>
          </p:cNvSpPr>
          <p:nvPr>
            <p:ph type="pic" idx="2"/>
          </p:nvPr>
        </p:nvSpPr>
        <p:spPr>
          <a:xfrm>
            <a:off x="542925" y="0"/>
            <a:ext cx="5408613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492857" y="4381382"/>
            <a:ext cx="5058209" cy="395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Arial"/>
              <a:buNone/>
              <a:defRPr b="0" cap="none"/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inha do tempo">
  <p:cSld name="Linha do tempo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-1905" y="1633493"/>
            <a:ext cx="12192000" cy="522450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-4370" y="1641780"/>
            <a:ext cx="12192000" cy="522450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838200" y="1619250"/>
            <a:ext cx="1051560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Arial"/>
              <a:buNone/>
              <a:defRPr/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luna do Conteúdo 3">
  <p:cSld name="Coluna do Conteúdo 3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/>
          <p:nvPr/>
        </p:nvSpPr>
        <p:spPr>
          <a:xfrm>
            <a:off x="0" y="914399"/>
            <a:ext cx="12192000" cy="530542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0"/>
          <p:cNvSpPr txBox="1">
            <a:spLocks noGrp="1"/>
          </p:cNvSpPr>
          <p:nvPr>
            <p:ph type="title"/>
          </p:nvPr>
        </p:nvSpPr>
        <p:spPr>
          <a:xfrm>
            <a:off x="539711" y="222436"/>
            <a:ext cx="5058209" cy="6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body" idx="1"/>
          </p:nvPr>
        </p:nvSpPr>
        <p:spPr>
          <a:xfrm>
            <a:off x="648935" y="1472055"/>
            <a:ext cx="3519028" cy="46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2000"/>
              <a:buFont typeface="Arial"/>
              <a:buNone/>
              <a:defRPr sz="2000" b="1">
                <a:solidFill>
                  <a:srgbClr val="8D4120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2"/>
          </p:nvPr>
        </p:nvSpPr>
        <p:spPr>
          <a:xfrm>
            <a:off x="648935" y="2057605"/>
            <a:ext cx="3519028" cy="3885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Arial"/>
              <a:buChar char="•"/>
              <a:defRPr sz="1500" b="1"/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3"/>
          </p:nvPr>
        </p:nvSpPr>
        <p:spPr>
          <a:xfrm>
            <a:off x="4336486" y="1466406"/>
            <a:ext cx="3519028" cy="46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2000"/>
              <a:buFont typeface="Arial"/>
              <a:buNone/>
              <a:defRPr sz="2000" b="1">
                <a:solidFill>
                  <a:srgbClr val="8D4120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4"/>
          </p:nvPr>
        </p:nvSpPr>
        <p:spPr>
          <a:xfrm>
            <a:off x="4336486" y="2057605"/>
            <a:ext cx="3519028" cy="3885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Arial"/>
              <a:buChar char="•"/>
              <a:defRPr sz="1500" b="1"/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5"/>
          </p:nvPr>
        </p:nvSpPr>
        <p:spPr>
          <a:xfrm>
            <a:off x="8024037" y="1472055"/>
            <a:ext cx="3519028" cy="46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2000"/>
              <a:buFont typeface="Arial"/>
              <a:buNone/>
              <a:defRPr sz="2000" b="1">
                <a:solidFill>
                  <a:srgbClr val="8D4120"/>
                </a:solidFill>
              </a:defRPr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6"/>
          </p:nvPr>
        </p:nvSpPr>
        <p:spPr>
          <a:xfrm>
            <a:off x="8024037" y="2057605"/>
            <a:ext cx="3519028" cy="3885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385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Arial"/>
              <a:buChar char="•"/>
              <a:defRPr sz="1500" b="1"/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Resumo">
  <p:cSld name="Resumo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/>
          <p:nvPr/>
        </p:nvSpPr>
        <p:spPr>
          <a:xfrm>
            <a:off x="0" y="0"/>
            <a:ext cx="12192000" cy="98630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47332" y="278342"/>
            <a:ext cx="7777823" cy="986304"/>
          </a:xfrm>
          <a:prstGeom prst="rect">
            <a:avLst/>
          </a:prstGeom>
          <a:solidFill>
            <a:srgbClr val="7EA9CA"/>
          </a:solidFill>
          <a:ln>
            <a:noFill/>
          </a:ln>
        </p:spPr>
        <p:txBody>
          <a:bodyPr spcFirstLastPara="1" wrap="square" lIns="109725" tIns="274300" rIns="109725" bIns="914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639412" y="1653479"/>
            <a:ext cx="6291107" cy="453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>
            <a:spLocks noGrp="1"/>
          </p:cNvSpPr>
          <p:nvPr>
            <p:ph type="pic" idx="2"/>
          </p:nvPr>
        </p:nvSpPr>
        <p:spPr>
          <a:xfrm>
            <a:off x="7526867" y="0"/>
            <a:ext cx="4665133" cy="22225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21"/>
          <p:cNvSpPr>
            <a:spLocks noGrp="1"/>
          </p:cNvSpPr>
          <p:nvPr>
            <p:ph type="pic" idx="3"/>
          </p:nvPr>
        </p:nvSpPr>
        <p:spPr>
          <a:xfrm>
            <a:off x="7534656" y="2316047"/>
            <a:ext cx="4657725" cy="2222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1"/>
          <p:cNvSpPr>
            <a:spLocks noGrp="1"/>
          </p:cNvSpPr>
          <p:nvPr>
            <p:ph type="pic" idx="4"/>
          </p:nvPr>
        </p:nvSpPr>
        <p:spPr>
          <a:xfrm>
            <a:off x="7535939" y="4634050"/>
            <a:ext cx="4657725" cy="22225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echamento">
  <p:cSld name="Fechamento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/>
          <p:nvPr/>
        </p:nvSpPr>
        <p:spPr>
          <a:xfrm>
            <a:off x="0" y="3429000"/>
            <a:ext cx="12192000" cy="280236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2"/>
          <p:cNvSpPr/>
          <p:nvPr/>
        </p:nvSpPr>
        <p:spPr>
          <a:xfrm>
            <a:off x="764187" y="3429000"/>
            <a:ext cx="10663626" cy="2248726"/>
          </a:xfrm>
          <a:prstGeom prst="rect">
            <a:avLst/>
          </a:prstGeom>
          <a:solidFill>
            <a:srgbClr val="7EA9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2"/>
          <p:cNvSpPr txBox="1">
            <a:spLocks noGrp="1"/>
          </p:cNvSpPr>
          <p:nvPr>
            <p:ph type="ctrTitle"/>
          </p:nvPr>
        </p:nvSpPr>
        <p:spPr>
          <a:xfrm>
            <a:off x="975359" y="3637127"/>
            <a:ext cx="10065679" cy="1493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subTitle" idx="1"/>
          </p:nvPr>
        </p:nvSpPr>
        <p:spPr>
          <a:xfrm>
            <a:off x="973836" y="5023536"/>
            <a:ext cx="10065679" cy="569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Arial"/>
              <a:buNone/>
              <a:defRPr b="0" cap="none"/>
            </a:lvl1pPr>
            <a:lvl2pPr lvl="1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/>
          <p:nvPr/>
        </p:nvSpPr>
        <p:spPr>
          <a:xfrm>
            <a:off x="763424" y="5677726"/>
            <a:ext cx="10661904" cy="16459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2"/>
          <p:cNvSpPr>
            <a:spLocks noGrp="1"/>
          </p:cNvSpPr>
          <p:nvPr>
            <p:ph type="pic" idx="2"/>
          </p:nvPr>
        </p:nvSpPr>
        <p:spPr>
          <a:xfrm>
            <a:off x="763588" y="642938"/>
            <a:ext cx="2449512" cy="24765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>
            <a:spLocks noGrp="1"/>
          </p:cNvSpPr>
          <p:nvPr>
            <p:ph type="pic" idx="3"/>
          </p:nvPr>
        </p:nvSpPr>
        <p:spPr>
          <a:xfrm>
            <a:off x="3502338" y="643636"/>
            <a:ext cx="2449512" cy="24765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2"/>
          <p:cNvSpPr>
            <a:spLocks noGrp="1"/>
          </p:cNvSpPr>
          <p:nvPr>
            <p:ph type="pic" idx="4"/>
          </p:nvPr>
        </p:nvSpPr>
        <p:spPr>
          <a:xfrm>
            <a:off x="6240470" y="643636"/>
            <a:ext cx="2449512" cy="2476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>
            <a:spLocks noGrp="1"/>
          </p:cNvSpPr>
          <p:nvPr>
            <p:ph type="pic" idx="5"/>
          </p:nvPr>
        </p:nvSpPr>
        <p:spPr>
          <a:xfrm>
            <a:off x="8978301" y="643636"/>
            <a:ext cx="2449512" cy="2476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8383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/>
          <p:nvPr/>
        </p:nvSpPr>
        <p:spPr>
          <a:xfrm>
            <a:off x="0" y="0"/>
            <a:ext cx="12192000" cy="98630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9"/>
          <p:cNvSpPr/>
          <p:nvPr/>
        </p:nvSpPr>
        <p:spPr>
          <a:xfrm>
            <a:off x="350520" y="279792"/>
            <a:ext cx="11475720" cy="986305"/>
          </a:xfrm>
          <a:prstGeom prst="rect">
            <a:avLst/>
          </a:prstGeom>
          <a:solidFill>
            <a:srgbClr val="7EA9CA"/>
          </a:solidFill>
          <a:ln>
            <a:noFill/>
          </a:ln>
        </p:spPr>
        <p:txBody>
          <a:bodyPr spcFirstLastPara="1" wrap="square" lIns="182875" tIns="182875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" name="Google Shape;12;p9"/>
          <p:cNvSpPr txBox="1"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body" idx="1"/>
          </p:nvPr>
        </p:nvSpPr>
        <p:spPr>
          <a:xfrm>
            <a:off x="639412" y="1639615"/>
            <a:ext cx="10904435" cy="453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e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"/>
          <p:cNvSpPr txBox="1">
            <a:spLocks noGrp="1"/>
          </p:cNvSpPr>
          <p:nvPr>
            <p:ph type="title"/>
          </p:nvPr>
        </p:nvSpPr>
        <p:spPr>
          <a:xfrm>
            <a:off x="5937594" y="1328058"/>
            <a:ext cx="5532356" cy="337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pt-BR" sz="5000" dirty="0"/>
              <a:t>Credibilidade e segurança</a:t>
            </a:r>
            <a:endParaRPr sz="5000" dirty="0"/>
          </a:p>
        </p:txBody>
      </p:sp>
      <p:pic>
        <p:nvPicPr>
          <p:cNvPr id="139" name="Google Shape;139;p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70244" y="1866706"/>
            <a:ext cx="5612594" cy="312458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"/>
          <p:cNvSpPr txBox="1">
            <a:spLocks noGrp="1"/>
          </p:cNvSpPr>
          <p:nvPr>
            <p:ph type="body" idx="1"/>
          </p:nvPr>
        </p:nvSpPr>
        <p:spPr>
          <a:xfrm>
            <a:off x="6096000" y="4668045"/>
            <a:ext cx="494911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rPr lang="pt-BR" dirty="0"/>
              <a:t>PARA A SUA OBRA</a:t>
            </a:r>
            <a:endParaRPr dirty="0"/>
          </a:p>
        </p:txBody>
      </p:sp>
      <p:sp>
        <p:nvSpPr>
          <p:cNvPr id="141" name="Google Shape;141;p1"/>
          <p:cNvSpPr/>
          <p:nvPr/>
        </p:nvSpPr>
        <p:spPr>
          <a:xfrm>
            <a:off x="168644" y="648929"/>
            <a:ext cx="5297831" cy="121777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68644" y="4991293"/>
            <a:ext cx="5297831" cy="12179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" descr="Quadro de desenho com planos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090671" y="0"/>
            <a:ext cx="3000249" cy="33829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49" name="Google Shape;149;p2"/>
          <p:cNvSpPr txBox="1">
            <a:spLocks noGrp="1"/>
          </p:cNvSpPr>
          <p:nvPr>
            <p:ph type="title"/>
          </p:nvPr>
        </p:nvSpPr>
        <p:spPr>
          <a:xfrm>
            <a:off x="4063656" y="279792"/>
            <a:ext cx="7777824" cy="986304"/>
          </a:xfrm>
          <a:prstGeom prst="rect">
            <a:avLst/>
          </a:prstGeom>
          <a:solidFill>
            <a:srgbClr val="7EA9CA"/>
          </a:solidFill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/>
          <a:p>
            <a:pPr marL="27432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dirty="0"/>
              <a:t>Nossos Valores</a:t>
            </a:r>
            <a:endParaRPr dirty="0"/>
          </a:p>
        </p:txBody>
      </p:sp>
      <p:pic>
        <p:nvPicPr>
          <p:cNvPr id="150" name="Google Shape;150;p2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-1" y="0"/>
            <a:ext cx="3000249" cy="33829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51" name="Google Shape;151;p2"/>
          <p:cNvPicPr preferRelativeResize="0">
            <a:picLocks noGrp="1"/>
          </p:cNvPicPr>
          <p:nvPr>
            <p:ph type="pic" idx="4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0" y="3573016"/>
            <a:ext cx="6096000" cy="33829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52" name="Google Shape;152;p2"/>
          <p:cNvSpPr txBox="1">
            <a:spLocks noGrp="1"/>
          </p:cNvSpPr>
          <p:nvPr>
            <p:ph type="body" idx="1"/>
          </p:nvPr>
        </p:nvSpPr>
        <p:spPr>
          <a:xfrm>
            <a:off x="6735147" y="1639615"/>
            <a:ext cx="4817441" cy="453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pt-BR" dirty="0"/>
              <a:t>Comprometimento</a:t>
            </a:r>
            <a:endParaRPr dirty="0"/>
          </a:p>
          <a:p>
            <a:pPr marL="285750" lvl="0" indent="-28575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Char char="•"/>
            </a:pPr>
            <a:r>
              <a:rPr lang="pt-BR" dirty="0"/>
              <a:t>Eficiência</a:t>
            </a:r>
            <a:endParaRPr dirty="0"/>
          </a:p>
          <a:p>
            <a:pPr marL="285750" lvl="0" indent="-28575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Char char="•"/>
            </a:pPr>
            <a:r>
              <a:rPr lang="pt-BR" dirty="0"/>
              <a:t>Engajamento Profissional</a:t>
            </a:r>
            <a:endParaRPr dirty="0"/>
          </a:p>
          <a:p>
            <a:pPr marL="285750" lvl="0" indent="-28575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Char char="•"/>
            </a:pPr>
            <a:r>
              <a:rPr lang="pt-BR" dirty="0"/>
              <a:t>Ética</a:t>
            </a:r>
            <a:endParaRPr dirty="0"/>
          </a:p>
          <a:p>
            <a:pPr marL="285750" lvl="0" indent="-28575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Char char="•"/>
            </a:pPr>
            <a:r>
              <a:rPr lang="pt-BR" dirty="0"/>
              <a:t>Responsabilidade Socioambiental</a:t>
            </a:r>
            <a:endParaRPr dirty="0"/>
          </a:p>
          <a:p>
            <a:pPr marL="285750" lvl="0" indent="-28575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500"/>
              <a:buChar char="•"/>
            </a:pPr>
            <a:r>
              <a:rPr lang="pt-BR" dirty="0"/>
              <a:t>Sustentabilidade</a:t>
            </a:r>
            <a:endParaRPr dirty="0"/>
          </a:p>
        </p:txBody>
      </p:sp>
      <p:sp>
        <p:nvSpPr>
          <p:cNvPr id="153" name="Google Shape;153;p2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"/>
          <p:cNvSpPr txBox="1">
            <a:spLocks noGrp="1"/>
          </p:cNvSpPr>
          <p:nvPr>
            <p:ph type="dt" idx="10"/>
          </p:nvPr>
        </p:nvSpPr>
        <p:spPr>
          <a:xfrm>
            <a:off x="8306391" y="6395645"/>
            <a:ext cx="38856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5" name="Google Shape;155;p2"/>
          <p:cNvSpPr txBox="1">
            <a:spLocks noGrp="1"/>
          </p:cNvSpPr>
          <p:nvPr>
            <p:ph type="sldNum" idx="12"/>
          </p:nvPr>
        </p:nvSpPr>
        <p:spPr>
          <a:xfrm>
            <a:off x="10741806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"/>
          <p:cNvSpPr txBox="1">
            <a:spLocks noGrp="1"/>
          </p:cNvSpPr>
          <p:nvPr>
            <p:ph type="title"/>
          </p:nvPr>
        </p:nvSpPr>
        <p:spPr>
          <a:xfrm>
            <a:off x="6481808" y="1758950"/>
            <a:ext cx="5137112" cy="6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/>
              <a:t>A empresa</a:t>
            </a:r>
            <a:endParaRPr/>
          </a:p>
        </p:txBody>
      </p:sp>
      <p:pic>
        <p:nvPicPr>
          <p:cNvPr id="162" name="Google Shape;162;p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39411" y="429987"/>
            <a:ext cx="4814887" cy="31204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63" name="Google Shape;163;p3" descr="Uma imagem contendo uma pessoa segurando um capacete de proteção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639412" y="3631470"/>
            <a:ext cx="4814887" cy="2724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64" name="Google Shape;164;p3"/>
          <p:cNvSpPr txBox="1">
            <a:spLocks noGrp="1"/>
          </p:cNvSpPr>
          <p:nvPr>
            <p:ph type="body" idx="1"/>
          </p:nvPr>
        </p:nvSpPr>
        <p:spPr>
          <a:xfrm>
            <a:off x="6482241" y="2365374"/>
            <a:ext cx="5136671" cy="2635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rPr lang="pt-BR"/>
              <a:t>Fundada em 2014, na cidade de Maricá, a Filadelfia tem como missão, prestar serviços de qualidade e promover melhorias continuas por meio de ações inovadoras. Especializada em serviços hidráulicos, sanitários, caldeiraria, usinagem, entre outros. Com tecnologia adequada e mão de obra qualificada, visamos sempre superar as expectativas dos nosso clientes.</a:t>
            </a:r>
            <a:endParaRPr/>
          </a:p>
        </p:txBody>
      </p:sp>
      <p:sp>
        <p:nvSpPr>
          <p:cNvPr id="165" name="Google Shape;165;p3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4896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3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 txBox="1">
            <a:spLocks noGrp="1"/>
          </p:cNvSpPr>
          <p:nvPr>
            <p:ph type="title"/>
          </p:nvPr>
        </p:nvSpPr>
        <p:spPr>
          <a:xfrm>
            <a:off x="539711" y="222436"/>
            <a:ext cx="5058209" cy="6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pt-BR" sz="3600">
                <a:latin typeface="Times New Roman"/>
                <a:ea typeface="Times New Roman"/>
                <a:cs typeface="Times New Roman"/>
                <a:sym typeface="Times New Roman"/>
              </a:rPr>
              <a:t>Serviços</a:t>
            </a:r>
            <a:endParaRPr/>
          </a:p>
        </p:txBody>
      </p:sp>
      <p:sp>
        <p:nvSpPr>
          <p:cNvPr id="187" name="Google Shape;187;p5"/>
          <p:cNvSpPr txBox="1">
            <a:spLocks noGrp="1"/>
          </p:cNvSpPr>
          <p:nvPr>
            <p:ph type="body" idx="1"/>
          </p:nvPr>
        </p:nvSpPr>
        <p:spPr>
          <a:xfrm>
            <a:off x="1010884" y="1240948"/>
            <a:ext cx="4727735" cy="46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Pavimentação</a:t>
            </a:r>
            <a:endParaRPr dirty="0"/>
          </a:p>
        </p:txBody>
      </p:sp>
      <p:sp>
        <p:nvSpPr>
          <p:cNvPr id="188" name="Google Shape;188;p5"/>
          <p:cNvSpPr txBox="1">
            <a:spLocks noGrp="1"/>
          </p:cNvSpPr>
          <p:nvPr>
            <p:ph type="body" idx="2"/>
          </p:nvPr>
        </p:nvSpPr>
        <p:spPr>
          <a:xfrm>
            <a:off x="1010884" y="2069955"/>
            <a:ext cx="4727735" cy="387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800" dirty="0"/>
              <a:t>Recomposição do pavimento em CBUQ</a:t>
            </a:r>
            <a:endParaRPr sz="800" dirty="0"/>
          </a:p>
        </p:txBody>
      </p:sp>
      <p:sp>
        <p:nvSpPr>
          <p:cNvPr id="189" name="Google Shape;189;p5"/>
          <p:cNvSpPr txBox="1">
            <a:spLocks noGrp="1"/>
          </p:cNvSpPr>
          <p:nvPr>
            <p:ph type="body" idx="3"/>
          </p:nvPr>
        </p:nvSpPr>
        <p:spPr>
          <a:xfrm>
            <a:off x="6494044" y="1252979"/>
            <a:ext cx="4727735" cy="46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Caldeiraria</a:t>
            </a:r>
            <a:endParaRPr dirty="0"/>
          </a:p>
        </p:txBody>
      </p:sp>
      <p:sp>
        <p:nvSpPr>
          <p:cNvPr id="190" name="Google Shape;190;p5"/>
          <p:cNvSpPr txBox="1">
            <a:spLocks noGrp="1"/>
          </p:cNvSpPr>
          <p:nvPr>
            <p:ph type="body" idx="4"/>
          </p:nvPr>
        </p:nvSpPr>
        <p:spPr>
          <a:xfrm>
            <a:off x="6457949" y="2069955"/>
            <a:ext cx="4727735" cy="387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 algn="ctr">
              <a:spcBef>
                <a:spcPts val="0"/>
              </a:spcBef>
              <a:buNone/>
            </a:pPr>
            <a:r>
              <a:rPr lang="pt-BR" sz="800" dirty="0"/>
              <a:t>Confecção de cestos em inox para sistema de elevatória de esgoto</a:t>
            </a:r>
            <a:endParaRPr sz="800" dirty="0"/>
          </a:p>
        </p:txBody>
      </p:sp>
      <p:sp>
        <p:nvSpPr>
          <p:cNvPr id="191" name="Google Shape;191;p5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2" name="Google Shape;192;p5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3" name="Google Shape;193;p5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0A7E011-A639-C711-461B-125529E78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85" y="2093668"/>
            <a:ext cx="4747846" cy="26706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5838F11-87B1-4682-1101-DF85E8230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458" y="2064393"/>
            <a:ext cx="3600716" cy="269378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 txBox="1">
            <a:spLocks noGrp="1"/>
          </p:cNvSpPr>
          <p:nvPr>
            <p:ph type="title"/>
          </p:nvPr>
        </p:nvSpPr>
        <p:spPr>
          <a:xfrm>
            <a:off x="539711" y="222436"/>
            <a:ext cx="5058209" cy="6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pt-BR" sz="3600">
                <a:latin typeface="Times New Roman"/>
                <a:ea typeface="Times New Roman"/>
                <a:cs typeface="Times New Roman"/>
                <a:sym typeface="Times New Roman"/>
              </a:rPr>
              <a:t>Serviços</a:t>
            </a:r>
            <a:endParaRPr/>
          </a:p>
        </p:txBody>
      </p:sp>
      <p:sp>
        <p:nvSpPr>
          <p:cNvPr id="187" name="Google Shape;187;p5"/>
          <p:cNvSpPr txBox="1">
            <a:spLocks noGrp="1"/>
          </p:cNvSpPr>
          <p:nvPr>
            <p:ph type="body" idx="1"/>
          </p:nvPr>
        </p:nvSpPr>
        <p:spPr>
          <a:xfrm>
            <a:off x="1010884" y="1240948"/>
            <a:ext cx="4727735" cy="46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pt-BR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Nivelamento de tampas</a:t>
            </a:r>
            <a:endParaRPr lang="pt-BR" sz="3200" dirty="0"/>
          </a:p>
        </p:txBody>
      </p:sp>
      <p:sp>
        <p:nvSpPr>
          <p:cNvPr id="188" name="Google Shape;188;p5"/>
          <p:cNvSpPr txBox="1">
            <a:spLocks noGrp="1"/>
          </p:cNvSpPr>
          <p:nvPr>
            <p:ph type="body" idx="2"/>
          </p:nvPr>
        </p:nvSpPr>
        <p:spPr>
          <a:xfrm>
            <a:off x="1010884" y="2069955"/>
            <a:ext cx="4727735" cy="387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800" dirty="0"/>
              <a:t>Tampão a ser substituído                                                  Tampão instalado com capoeira                                                         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</p:txBody>
      </p:sp>
      <p:sp>
        <p:nvSpPr>
          <p:cNvPr id="189" name="Google Shape;189;p5"/>
          <p:cNvSpPr txBox="1">
            <a:spLocks noGrp="1"/>
          </p:cNvSpPr>
          <p:nvPr>
            <p:ph type="body" idx="3"/>
          </p:nvPr>
        </p:nvSpPr>
        <p:spPr>
          <a:xfrm>
            <a:off x="6494044" y="1252979"/>
            <a:ext cx="4727735" cy="46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Confecção de capoeiras</a:t>
            </a:r>
            <a:endParaRPr dirty="0"/>
          </a:p>
        </p:txBody>
      </p:sp>
      <p:sp>
        <p:nvSpPr>
          <p:cNvPr id="190" name="Google Shape;190;p5"/>
          <p:cNvSpPr txBox="1">
            <a:spLocks noGrp="1"/>
          </p:cNvSpPr>
          <p:nvPr>
            <p:ph type="body" idx="4"/>
          </p:nvPr>
        </p:nvSpPr>
        <p:spPr>
          <a:xfrm>
            <a:off x="6457949" y="2069955"/>
            <a:ext cx="4727735" cy="387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>
              <a:spcBef>
                <a:spcPts val="0"/>
              </a:spcBef>
              <a:buNone/>
            </a:pPr>
            <a:endParaRPr lang="pt-BR" sz="800" dirty="0"/>
          </a:p>
          <a:p>
            <a:pPr marL="0" lvl="0" indent="0" algn="ctr">
              <a:spcBef>
                <a:spcPts val="0"/>
              </a:spcBef>
              <a:buNone/>
            </a:pPr>
            <a:endParaRPr lang="pt-BR" sz="800" dirty="0"/>
          </a:p>
          <a:p>
            <a:pPr marL="0" lvl="0" indent="0" algn="ctr">
              <a:spcBef>
                <a:spcPts val="0"/>
              </a:spcBef>
              <a:buNone/>
            </a:pPr>
            <a:endParaRPr lang="pt-BR" sz="800" dirty="0"/>
          </a:p>
          <a:p>
            <a:pPr marL="0" lvl="0" indent="0" algn="ctr">
              <a:spcBef>
                <a:spcPts val="0"/>
              </a:spcBef>
              <a:buNone/>
            </a:pPr>
            <a:endParaRPr lang="pt-BR" sz="800" dirty="0"/>
          </a:p>
          <a:p>
            <a:pPr marL="0" lvl="0" indent="0" algn="ctr">
              <a:spcBef>
                <a:spcPts val="0"/>
              </a:spcBef>
              <a:buNone/>
            </a:pPr>
            <a:endParaRPr lang="pt-BR" sz="800" dirty="0"/>
          </a:p>
          <a:p>
            <a:pPr marL="0" lvl="0" indent="0" algn="ctr">
              <a:spcBef>
                <a:spcPts val="0"/>
              </a:spcBef>
              <a:buNone/>
            </a:pPr>
            <a:r>
              <a:rPr lang="pt-BR" sz="800" dirty="0"/>
              <a:t>Capoeiras em processo de cura</a:t>
            </a:r>
            <a:endParaRPr sz="800" dirty="0"/>
          </a:p>
        </p:txBody>
      </p:sp>
      <p:sp>
        <p:nvSpPr>
          <p:cNvPr id="191" name="Google Shape;191;p5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2" name="Google Shape;192;p5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3" name="Google Shape;193;p5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0298BA7-D58B-6B43-76FE-C69437A1B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497" y="2272746"/>
            <a:ext cx="5058310" cy="28439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23A2C78A-2CDE-7F3B-21D8-0392B542E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08" y="1843320"/>
            <a:ext cx="2164855" cy="37027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12BA416-25EC-0CFB-AE10-EB90D1DD4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832" y="1843320"/>
            <a:ext cx="2082807" cy="37027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70208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 txBox="1">
            <a:spLocks noGrp="1"/>
          </p:cNvSpPr>
          <p:nvPr>
            <p:ph type="title"/>
          </p:nvPr>
        </p:nvSpPr>
        <p:spPr>
          <a:xfrm>
            <a:off x="539711" y="222436"/>
            <a:ext cx="5058209" cy="6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pt-BR" sz="3600">
                <a:latin typeface="Times New Roman"/>
                <a:ea typeface="Times New Roman"/>
                <a:cs typeface="Times New Roman"/>
                <a:sym typeface="Times New Roman"/>
              </a:rPr>
              <a:t>Serviços</a:t>
            </a:r>
            <a:endParaRPr/>
          </a:p>
        </p:txBody>
      </p:sp>
      <p:sp>
        <p:nvSpPr>
          <p:cNvPr id="214" name="Google Shape;214;p7"/>
          <p:cNvSpPr txBox="1">
            <a:spLocks noGrp="1"/>
          </p:cNvSpPr>
          <p:nvPr>
            <p:ph type="body" idx="2"/>
          </p:nvPr>
        </p:nvSpPr>
        <p:spPr>
          <a:xfrm>
            <a:off x="1010884" y="2069955"/>
            <a:ext cx="4727735" cy="387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800" dirty="0"/>
              <a:t>Abrigo para bomba de água</a:t>
            </a:r>
            <a:endParaRPr sz="800" dirty="0"/>
          </a:p>
        </p:txBody>
      </p:sp>
      <p:sp>
        <p:nvSpPr>
          <p:cNvPr id="215" name="Google Shape;215;p7"/>
          <p:cNvSpPr txBox="1">
            <a:spLocks noGrp="1"/>
          </p:cNvSpPr>
          <p:nvPr>
            <p:ph type="body" idx="3"/>
          </p:nvPr>
        </p:nvSpPr>
        <p:spPr>
          <a:xfrm>
            <a:off x="4027888" y="1250320"/>
            <a:ext cx="4136224" cy="46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SzPts val="3000"/>
            </a:pPr>
            <a:r>
              <a:rPr lang="pt-BR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Serviços Hidráulicos </a:t>
            </a:r>
            <a:endParaRPr lang="pt-BR" sz="32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216" name="Google Shape;216;p7"/>
          <p:cNvSpPr txBox="1">
            <a:spLocks noGrp="1"/>
          </p:cNvSpPr>
          <p:nvPr>
            <p:ph type="body" idx="4"/>
          </p:nvPr>
        </p:nvSpPr>
        <p:spPr>
          <a:xfrm>
            <a:off x="6457949" y="2069955"/>
            <a:ext cx="4727735" cy="387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800" dirty="0"/>
              <a:t>Instalação de bomba de água com adequação da tubulação</a:t>
            </a:r>
            <a:endParaRPr sz="800" dirty="0"/>
          </a:p>
        </p:txBody>
      </p:sp>
      <p:sp>
        <p:nvSpPr>
          <p:cNvPr id="217" name="Google Shape;217;p7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" name="Google Shape;218;p7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p7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6D66B63-DBA7-F030-2452-350CC53F4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349656" y="1579234"/>
            <a:ext cx="2944322" cy="39257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A5AFE9A-B264-FA01-ADC1-5D953E2B8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316" y="2069953"/>
            <a:ext cx="4408259" cy="29443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13765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lt1"/>
          </a:fgClr>
          <a:bgClr>
            <a:schemeClr val="bg1"/>
          </a:bgClr>
        </a:patt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 txBox="1">
            <a:spLocks noGrp="1"/>
          </p:cNvSpPr>
          <p:nvPr>
            <p:ph type="title"/>
          </p:nvPr>
        </p:nvSpPr>
        <p:spPr>
          <a:xfrm>
            <a:off x="539711" y="222436"/>
            <a:ext cx="5058209" cy="6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pt-BR" sz="3600">
                <a:latin typeface="Times New Roman"/>
                <a:ea typeface="Times New Roman"/>
                <a:cs typeface="Times New Roman"/>
                <a:sym typeface="Times New Roman"/>
              </a:rPr>
              <a:t>Serviços</a:t>
            </a:r>
            <a:endParaRPr/>
          </a:p>
        </p:txBody>
      </p:sp>
      <p:sp>
        <p:nvSpPr>
          <p:cNvPr id="200" name="Google Shape;200;p6"/>
          <p:cNvSpPr txBox="1">
            <a:spLocks noGrp="1"/>
          </p:cNvSpPr>
          <p:nvPr>
            <p:ph type="body" idx="1"/>
          </p:nvPr>
        </p:nvSpPr>
        <p:spPr>
          <a:xfrm>
            <a:off x="1010884" y="1240948"/>
            <a:ext cx="4727735" cy="46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Manutenção de bombas</a:t>
            </a:r>
            <a:endParaRPr dirty="0"/>
          </a:p>
        </p:txBody>
      </p:sp>
      <p:sp>
        <p:nvSpPr>
          <p:cNvPr id="201" name="Google Shape;201;p6"/>
          <p:cNvSpPr txBox="1">
            <a:spLocks noGrp="1"/>
          </p:cNvSpPr>
          <p:nvPr>
            <p:ph type="body" idx="2"/>
          </p:nvPr>
        </p:nvSpPr>
        <p:spPr>
          <a:xfrm>
            <a:off x="1010884" y="2069955"/>
            <a:ext cx="4727735" cy="387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800" dirty="0"/>
              <a:t>Equipamentos em processo de manutenção</a:t>
            </a:r>
          </a:p>
        </p:txBody>
      </p:sp>
      <p:sp>
        <p:nvSpPr>
          <p:cNvPr id="202" name="Google Shape;202;p6"/>
          <p:cNvSpPr txBox="1">
            <a:spLocks noGrp="1"/>
          </p:cNvSpPr>
          <p:nvPr>
            <p:ph type="body" idx="3"/>
          </p:nvPr>
        </p:nvSpPr>
        <p:spPr>
          <a:xfrm>
            <a:off x="6494044" y="1252979"/>
            <a:ext cx="4727735" cy="46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Manutenção preventiva</a:t>
            </a:r>
            <a:endParaRPr dirty="0"/>
          </a:p>
        </p:txBody>
      </p:sp>
      <p:sp>
        <p:nvSpPr>
          <p:cNvPr id="203" name="Google Shape;203;p6"/>
          <p:cNvSpPr txBox="1">
            <a:spLocks noGrp="1"/>
          </p:cNvSpPr>
          <p:nvPr>
            <p:ph type="body" idx="4"/>
          </p:nvPr>
        </p:nvSpPr>
        <p:spPr>
          <a:xfrm>
            <a:off x="6457949" y="2069955"/>
            <a:ext cx="4727735" cy="387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800" dirty="0"/>
              <a:t>Manutenção preventiva de um painel elétrico</a:t>
            </a:r>
            <a:endParaRPr sz="800" dirty="0"/>
          </a:p>
        </p:txBody>
      </p:sp>
      <p:sp>
        <p:nvSpPr>
          <p:cNvPr id="204" name="Google Shape;204;p6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5" name="Google Shape;205;p6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6" name="Google Shape;206;p6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AB79DC-3718-073E-3E4E-71C0840C3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940" y="2207423"/>
            <a:ext cx="4562176" cy="31772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608655F-C314-6BB3-E314-87449100E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34" y="2207423"/>
            <a:ext cx="1803299" cy="320742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518C618-AFEA-CB5C-04C8-2CF98631E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1656" y="2602974"/>
            <a:ext cx="3221761" cy="24163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 txBox="1">
            <a:spLocks noGrp="1"/>
          </p:cNvSpPr>
          <p:nvPr>
            <p:ph type="title"/>
          </p:nvPr>
        </p:nvSpPr>
        <p:spPr>
          <a:xfrm>
            <a:off x="539711" y="222436"/>
            <a:ext cx="5058209" cy="6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pt-BR" sz="3600">
                <a:latin typeface="Times New Roman"/>
                <a:ea typeface="Times New Roman"/>
                <a:cs typeface="Times New Roman"/>
                <a:sym typeface="Times New Roman"/>
              </a:rPr>
              <a:t>Serviços</a:t>
            </a:r>
            <a:endParaRPr/>
          </a:p>
        </p:txBody>
      </p:sp>
      <p:sp>
        <p:nvSpPr>
          <p:cNvPr id="214" name="Google Shape;214;p7"/>
          <p:cNvSpPr txBox="1">
            <a:spLocks noGrp="1"/>
          </p:cNvSpPr>
          <p:nvPr>
            <p:ph type="body" idx="2"/>
          </p:nvPr>
        </p:nvSpPr>
        <p:spPr>
          <a:xfrm>
            <a:off x="1010884" y="2069955"/>
            <a:ext cx="4727735" cy="387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800" dirty="0"/>
              <a:t>Área designada para construção</a:t>
            </a:r>
            <a:endParaRPr sz="800" dirty="0"/>
          </a:p>
        </p:txBody>
      </p:sp>
      <p:sp>
        <p:nvSpPr>
          <p:cNvPr id="215" name="Google Shape;215;p7"/>
          <p:cNvSpPr txBox="1">
            <a:spLocks noGrp="1"/>
          </p:cNvSpPr>
          <p:nvPr>
            <p:ph type="body" idx="3"/>
          </p:nvPr>
        </p:nvSpPr>
        <p:spPr>
          <a:xfrm>
            <a:off x="4027888" y="1250320"/>
            <a:ext cx="4136224" cy="46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Construção Civil</a:t>
            </a:r>
            <a:endParaRPr dirty="0"/>
          </a:p>
        </p:txBody>
      </p:sp>
      <p:sp>
        <p:nvSpPr>
          <p:cNvPr id="216" name="Google Shape;216;p7"/>
          <p:cNvSpPr txBox="1">
            <a:spLocks noGrp="1"/>
          </p:cNvSpPr>
          <p:nvPr>
            <p:ph type="body" idx="4"/>
          </p:nvPr>
        </p:nvSpPr>
        <p:spPr>
          <a:xfrm>
            <a:off x="6457949" y="2069955"/>
            <a:ext cx="4727735" cy="387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800" dirty="0"/>
              <a:t>Construção em alvenaria de uma casa para bomba de água</a:t>
            </a:r>
            <a:endParaRPr sz="800" dirty="0"/>
          </a:p>
        </p:txBody>
      </p:sp>
      <p:sp>
        <p:nvSpPr>
          <p:cNvPr id="217" name="Google Shape;217;p7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" name="Google Shape;218;p7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p7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72B7B76-170C-4990-28FC-32739B0F2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540" y="1934946"/>
            <a:ext cx="4136224" cy="3102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A74ECB5-3B7D-0BC9-16E4-72BCDA62F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639" y="1934944"/>
            <a:ext cx="4136224" cy="3102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07603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>
          <a:extLst>
            <a:ext uri="{FF2B5EF4-FFF2-40B4-BE49-F238E27FC236}">
              <a16:creationId xmlns:a16="http://schemas.microsoft.com/office/drawing/2014/main" id="{6D4F30CB-BD9B-AD1D-147A-BCFBB6A0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>
            <a:extLst>
              <a:ext uri="{FF2B5EF4-FFF2-40B4-BE49-F238E27FC236}">
                <a16:creationId xmlns:a16="http://schemas.microsoft.com/office/drawing/2014/main" id="{96F49BD7-69FD-20A2-3B71-8E4E8DC1A9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711" y="222436"/>
            <a:ext cx="5058209" cy="6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pt-BR" sz="3600">
                <a:latin typeface="Times New Roman"/>
                <a:ea typeface="Times New Roman"/>
                <a:cs typeface="Times New Roman"/>
                <a:sym typeface="Times New Roman"/>
              </a:rPr>
              <a:t>Serviços</a:t>
            </a:r>
            <a:endParaRPr/>
          </a:p>
        </p:txBody>
      </p:sp>
      <p:sp>
        <p:nvSpPr>
          <p:cNvPr id="214" name="Google Shape;214;p7">
            <a:extLst>
              <a:ext uri="{FF2B5EF4-FFF2-40B4-BE49-F238E27FC236}">
                <a16:creationId xmlns:a16="http://schemas.microsoft.com/office/drawing/2014/main" id="{C868C262-9876-DA78-69CC-D10C1151A2C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010884" y="2069955"/>
            <a:ext cx="4727735" cy="387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800" dirty="0"/>
              <a:t>Desobstrução de rede com vareta</a:t>
            </a:r>
            <a:endParaRPr sz="800" dirty="0"/>
          </a:p>
        </p:txBody>
      </p:sp>
      <p:sp>
        <p:nvSpPr>
          <p:cNvPr id="215" name="Google Shape;215;p7">
            <a:extLst>
              <a:ext uri="{FF2B5EF4-FFF2-40B4-BE49-F238E27FC236}">
                <a16:creationId xmlns:a16="http://schemas.microsoft.com/office/drawing/2014/main" id="{F77BF3CD-24E0-FD3D-61D7-755472870AD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3333284" y="1192051"/>
            <a:ext cx="5596504" cy="46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Serviço de desobstrução vareta</a:t>
            </a:r>
            <a:endParaRPr dirty="0"/>
          </a:p>
        </p:txBody>
      </p:sp>
      <p:sp>
        <p:nvSpPr>
          <p:cNvPr id="216" name="Google Shape;216;p7">
            <a:extLst>
              <a:ext uri="{FF2B5EF4-FFF2-40B4-BE49-F238E27FC236}">
                <a16:creationId xmlns:a16="http://schemas.microsoft.com/office/drawing/2014/main" id="{2DE7D5BC-92F6-A426-AE86-E29900CDF2B0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6457949" y="2069955"/>
            <a:ext cx="4727735" cy="387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800" dirty="0"/>
              <a:t>Rede desobstruída</a:t>
            </a:r>
            <a:endParaRPr sz="800" dirty="0"/>
          </a:p>
        </p:txBody>
      </p:sp>
      <p:sp>
        <p:nvSpPr>
          <p:cNvPr id="217" name="Google Shape;217;p7">
            <a:extLst>
              <a:ext uri="{FF2B5EF4-FFF2-40B4-BE49-F238E27FC236}">
                <a16:creationId xmlns:a16="http://schemas.microsoft.com/office/drawing/2014/main" id="{9D73EF3D-7391-93D5-5ED6-A755328D39D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" name="Google Shape;218;p7">
            <a:extLst>
              <a:ext uri="{FF2B5EF4-FFF2-40B4-BE49-F238E27FC236}">
                <a16:creationId xmlns:a16="http://schemas.microsoft.com/office/drawing/2014/main" id="{A802FB35-D576-5A14-0220-08629719549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p7">
            <a:extLst>
              <a:ext uri="{FF2B5EF4-FFF2-40B4-BE49-F238E27FC236}">
                <a16:creationId xmlns:a16="http://schemas.microsoft.com/office/drawing/2014/main" id="{661704D1-8CC5-A163-8B91-AB1F23583F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E9297C7-3A81-1F3D-30B6-E3AEDADBD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2" y="2140655"/>
            <a:ext cx="4720175" cy="2779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0958754-AA34-ED0E-4CD6-6DE2847A1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664" y="2140654"/>
            <a:ext cx="4737976" cy="27798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01839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1">
          <a:extLst>
            <a:ext uri="{FF2B5EF4-FFF2-40B4-BE49-F238E27FC236}">
              <a16:creationId xmlns:a16="http://schemas.microsoft.com/office/drawing/2014/main" id="{D2A5C954-33D4-749A-117A-29506C900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>
            <a:extLst>
              <a:ext uri="{FF2B5EF4-FFF2-40B4-BE49-F238E27FC236}">
                <a16:creationId xmlns:a16="http://schemas.microsoft.com/office/drawing/2014/main" id="{B5AF9394-3257-1B63-D4E9-D22304A671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711" y="222436"/>
            <a:ext cx="5058209" cy="6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pt-BR" sz="3600">
                <a:latin typeface="Times New Roman"/>
                <a:ea typeface="Times New Roman"/>
                <a:cs typeface="Times New Roman"/>
                <a:sym typeface="Times New Roman"/>
              </a:rPr>
              <a:t>Serviços</a:t>
            </a:r>
            <a:endParaRPr/>
          </a:p>
        </p:txBody>
      </p:sp>
      <p:sp>
        <p:nvSpPr>
          <p:cNvPr id="214" name="Google Shape;214;p7">
            <a:extLst>
              <a:ext uri="{FF2B5EF4-FFF2-40B4-BE49-F238E27FC236}">
                <a16:creationId xmlns:a16="http://schemas.microsoft.com/office/drawing/2014/main" id="{B8ACABE4-C82C-BD01-5ADB-824B883F3EA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010884" y="2069955"/>
            <a:ext cx="4727735" cy="387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800" dirty="0"/>
              <a:t>Desobstrução de rede</a:t>
            </a:r>
            <a:endParaRPr sz="800" dirty="0"/>
          </a:p>
        </p:txBody>
      </p:sp>
      <p:sp>
        <p:nvSpPr>
          <p:cNvPr id="215" name="Google Shape;215;p7">
            <a:extLst>
              <a:ext uri="{FF2B5EF4-FFF2-40B4-BE49-F238E27FC236}">
                <a16:creationId xmlns:a16="http://schemas.microsoft.com/office/drawing/2014/main" id="{00CAF07E-EC40-4F8A-A9C2-8F0557F8BB9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3068815" y="1156787"/>
            <a:ext cx="5931068" cy="46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Serviço de desobstrução caminhão</a:t>
            </a:r>
            <a:endParaRPr dirty="0"/>
          </a:p>
        </p:txBody>
      </p:sp>
      <p:sp>
        <p:nvSpPr>
          <p:cNvPr id="216" name="Google Shape;216;p7">
            <a:extLst>
              <a:ext uri="{FF2B5EF4-FFF2-40B4-BE49-F238E27FC236}">
                <a16:creationId xmlns:a16="http://schemas.microsoft.com/office/drawing/2014/main" id="{10C34034-40C0-7829-5CC1-E2F869FF9B39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6457949" y="2069955"/>
            <a:ext cx="4727735" cy="387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endParaRPr lang="pt-BR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pt-BR" sz="800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800" dirty="0"/>
              <a:t>Caminhão em operação</a:t>
            </a:r>
            <a:endParaRPr sz="800" dirty="0"/>
          </a:p>
        </p:txBody>
      </p:sp>
      <p:sp>
        <p:nvSpPr>
          <p:cNvPr id="217" name="Google Shape;217;p7">
            <a:extLst>
              <a:ext uri="{FF2B5EF4-FFF2-40B4-BE49-F238E27FC236}">
                <a16:creationId xmlns:a16="http://schemas.microsoft.com/office/drawing/2014/main" id="{294C3F39-D992-B98B-6F1D-7E396FF407F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" name="Google Shape;218;p7">
            <a:extLst>
              <a:ext uri="{FF2B5EF4-FFF2-40B4-BE49-F238E27FC236}">
                <a16:creationId xmlns:a16="http://schemas.microsoft.com/office/drawing/2014/main" id="{F4823C6D-B423-AF22-4595-C6C4537BA2C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p7">
            <a:extLst>
              <a:ext uri="{FF2B5EF4-FFF2-40B4-BE49-F238E27FC236}">
                <a16:creationId xmlns:a16="http://schemas.microsoft.com/office/drawing/2014/main" id="{32453941-2E4B-0366-F9B8-48EA8658FF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0F827A7-D907-4C21-5F45-D67DB7995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231" y="1882888"/>
            <a:ext cx="4476237" cy="301306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0818D08-02E4-4952-E453-4841007A8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3" y="1907477"/>
            <a:ext cx="4476238" cy="299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694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25" tIns="109725" rIns="1097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pt-BR" sz="3600">
                <a:latin typeface="Times New Roman"/>
                <a:ea typeface="Times New Roman"/>
                <a:cs typeface="Times New Roman"/>
                <a:sym typeface="Times New Roman"/>
              </a:rPr>
              <a:t>Alguns de nossos clientes</a:t>
            </a:r>
            <a:endParaRPr/>
          </a:p>
        </p:txBody>
      </p:sp>
      <p:sp>
        <p:nvSpPr>
          <p:cNvPr id="225" name="Google Shape;225;p8"/>
          <p:cNvSpPr txBox="1">
            <a:spLocks noGrp="1"/>
          </p:cNvSpPr>
          <p:nvPr>
            <p:ph type="ftr" idx="11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3838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 txBox="1">
            <a:spLocks noGrp="1"/>
          </p:cNvSpPr>
          <p:nvPr>
            <p:ph type="dt" idx="10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83838"/>
              </a:solidFill>
            </a:endParaRPr>
          </a:p>
        </p:txBody>
      </p:sp>
      <p:sp>
        <p:nvSpPr>
          <p:cNvPr id="227" name="Google Shape;227;p8"/>
          <p:cNvSpPr txBox="1">
            <a:spLocks noGrp="1"/>
          </p:cNvSpPr>
          <p:nvPr>
            <p:ph type="sldNum" idx="12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3838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94092" y="2399331"/>
            <a:ext cx="11395075" cy="1591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092" y="4935337"/>
            <a:ext cx="267652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84967" y="4845116"/>
            <a:ext cx="2221572" cy="656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37217" y="4514129"/>
            <a:ext cx="1975435" cy="1314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41042" y="4845115"/>
            <a:ext cx="2248125" cy="656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eiryoVTI">
  <a:themeElements>
    <a:clrScheme name="Laranja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207</Words>
  <Application>Microsoft Office PowerPoint</Application>
  <PresentationFormat>Widescreen</PresentationFormat>
  <Paragraphs>212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Meiryo</vt:lpstr>
      <vt:lpstr>Arial</vt:lpstr>
      <vt:lpstr>Calibri</vt:lpstr>
      <vt:lpstr>Times New Roman</vt:lpstr>
      <vt:lpstr>MeiryoVTI</vt:lpstr>
      <vt:lpstr>Credibilidade e segurança</vt:lpstr>
      <vt:lpstr>Nossos Valores</vt:lpstr>
      <vt:lpstr>A empresa</vt:lpstr>
      <vt:lpstr>Serviços</vt:lpstr>
      <vt:lpstr>Serviços</vt:lpstr>
      <vt:lpstr>Serviços</vt:lpstr>
      <vt:lpstr>Serviços</vt:lpstr>
      <vt:lpstr>Serviços</vt:lpstr>
      <vt:lpstr>Serviços</vt:lpstr>
      <vt:lpstr>Serviços</vt:lpstr>
      <vt:lpstr>Alguns de nossos clientes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Credibilidade e segurança</dc:title>
  <dc:creator>User</dc:creator>
  <cp:lastModifiedBy>Karina Barreto</cp:lastModifiedBy>
  <cp:revision>32</cp:revision>
  <dcterms:created xsi:type="dcterms:W3CDTF">2024-05-08T14:50:45Z</dcterms:created>
  <dcterms:modified xsi:type="dcterms:W3CDTF">2026-06-17T12:59:45Z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